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6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ston, Kenyon" userId="01cc95cd-835c-4d2a-8dfa-771f8f954f06" providerId="ADAL" clId="{39F96CD5-F4E7-4E36-B721-D78A2A7B4973}"/>
    <pc:docChg chg="undo custSel modSld">
      <pc:chgData name="Johnston, Kenyon" userId="01cc95cd-835c-4d2a-8dfa-771f8f954f06" providerId="ADAL" clId="{39F96CD5-F4E7-4E36-B721-D78A2A7B4973}" dt="2026-07-24T17:07:01.183" v="190" actId="1035"/>
      <pc:docMkLst>
        <pc:docMk/>
      </pc:docMkLst>
      <pc:sldChg chg="modSp mod">
        <pc:chgData name="Johnston, Kenyon" userId="01cc95cd-835c-4d2a-8dfa-771f8f954f06" providerId="ADAL" clId="{39F96CD5-F4E7-4E36-B721-D78A2A7B4973}" dt="2026-07-24T17:07:01.183" v="190" actId="1035"/>
        <pc:sldMkLst>
          <pc:docMk/>
          <pc:sldMk cId="0" sldId="256"/>
        </pc:sldMkLst>
        <pc:spChg chg="mod">
          <ac:chgData name="Johnston, Kenyon" userId="01cc95cd-835c-4d2a-8dfa-771f8f954f06" providerId="ADAL" clId="{39F96CD5-F4E7-4E36-B721-D78A2A7B4973}" dt="2026-07-24T17:05:32.370" v="159" actId="1035"/>
          <ac:spMkLst>
            <pc:docMk/>
            <pc:sldMk cId="0" sldId="256"/>
            <ac:spMk id="12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5:32.370" v="159" actId="1035"/>
          <ac:spMkLst>
            <pc:docMk/>
            <pc:sldMk cId="0" sldId="256"/>
            <ac:spMk id="17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0:19.921" v="33" actId="1035"/>
          <ac:spMkLst>
            <pc:docMk/>
            <pc:sldMk cId="0" sldId="256"/>
            <ac:spMk id="18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1:56.065" v="81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1:49.962" v="80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5:32.370" v="159" actId="1035"/>
          <ac:spMkLst>
            <pc:docMk/>
            <pc:sldMk cId="0" sldId="256"/>
            <ac:spMk id="21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6:53.869" v="185" actId="103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2:29.164" v="90" actId="103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5:32.370" v="159" actId="1035"/>
          <ac:spMkLst>
            <pc:docMk/>
            <pc:sldMk cId="0" sldId="256"/>
            <ac:spMk id="25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5:32.370" v="159" actId="1035"/>
          <ac:spMkLst>
            <pc:docMk/>
            <pc:sldMk cId="0" sldId="256"/>
            <ac:spMk id="27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7:01.183" v="190" actId="1035"/>
          <ac:spMkLst>
            <pc:docMk/>
            <pc:sldMk cId="0" sldId="256"/>
            <ac:spMk id="29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2:23.288" v="86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6:53.869" v="185" actId="1036"/>
          <ac:spMkLst>
            <pc:docMk/>
            <pc:sldMk cId="0" sldId="256"/>
            <ac:spMk id="33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6:53.869" v="185" actId="103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6:53.869" v="185" actId="1036"/>
          <ac:spMkLst>
            <pc:docMk/>
            <pc:sldMk cId="0" sldId="256"/>
            <ac:spMk id="37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6:53.869" v="185" actId="1036"/>
          <ac:spMkLst>
            <pc:docMk/>
            <pc:sldMk cId="0" sldId="256"/>
            <ac:spMk id="39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6:53.869" v="185" actId="1036"/>
          <ac:spMkLst>
            <pc:docMk/>
            <pc:sldMk cId="0" sldId="256"/>
            <ac:spMk id="41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6:53.869" v="185" actId="1036"/>
          <ac:spMkLst>
            <pc:docMk/>
            <pc:sldMk cId="0" sldId="256"/>
            <ac:spMk id="45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2:44.030" v="100" actId="1035"/>
          <ac:spMkLst>
            <pc:docMk/>
            <pc:sldMk cId="0" sldId="256"/>
            <ac:spMk id="54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6:53.869" v="185" actId="1036"/>
          <ac:spMkLst>
            <pc:docMk/>
            <pc:sldMk cId="0" sldId="256"/>
            <ac:spMk id="58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6:53.869" v="185" actId="1036"/>
          <ac:spMkLst>
            <pc:docMk/>
            <pc:sldMk cId="0" sldId="256"/>
            <ac:spMk id="59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6:53.869" v="185" actId="1036"/>
          <ac:spMkLst>
            <pc:docMk/>
            <pc:sldMk cId="0" sldId="256"/>
            <ac:spMk id="62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6:40.803" v="176" actId="1035"/>
          <ac:spMkLst>
            <pc:docMk/>
            <pc:sldMk cId="0" sldId="256"/>
            <ac:spMk id="67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6:40.803" v="176" actId="1035"/>
          <ac:spMkLst>
            <pc:docMk/>
            <pc:sldMk cId="0" sldId="256"/>
            <ac:spMk id="69" creationId="{00000000-0000-0000-0000-000000000000}"/>
          </ac:spMkLst>
        </pc:spChg>
        <pc:spChg chg="mod">
          <ac:chgData name="Johnston, Kenyon" userId="01cc95cd-835c-4d2a-8dfa-771f8f954f06" providerId="ADAL" clId="{39F96CD5-F4E7-4E36-B721-D78A2A7B4973}" dt="2026-07-24T17:05:12.737" v="126" actId="1076"/>
          <ac:spMkLst>
            <pc:docMk/>
            <pc:sldMk cId="0" sldId="256"/>
            <ac:spMk id="70" creationId="{00000000-0000-0000-0000-000000000000}"/>
          </ac:spMkLst>
        </pc:spChg>
        <pc:picChg chg="mod">
          <ac:chgData name="Johnston, Kenyon" userId="01cc95cd-835c-4d2a-8dfa-771f8f954f06" providerId="ADAL" clId="{39F96CD5-F4E7-4E36-B721-D78A2A7B4973}" dt="2026-07-24T17:03:49.403" v="119" actId="1035"/>
          <ac:picMkLst>
            <pc:docMk/>
            <pc:sldMk cId="0" sldId="256"/>
            <ac:picMk id="28" creationId="{00000000-0000-0000-0000-000000000000}"/>
          </ac:picMkLst>
        </pc:picChg>
        <pc:picChg chg="mod">
          <ac:chgData name="Johnston, Kenyon" userId="01cc95cd-835c-4d2a-8dfa-771f8f954f06" providerId="ADAL" clId="{39F96CD5-F4E7-4E36-B721-D78A2A7B4973}" dt="2026-07-24T17:06:40.803" v="176" actId="1035"/>
          <ac:picMkLst>
            <pc:docMk/>
            <pc:sldMk cId="0" sldId="256"/>
            <ac:picMk id="66" creationId="{00000000-0000-0000-0000-000000000000}"/>
          </ac:picMkLst>
        </pc:picChg>
        <pc:picChg chg="mod">
          <ac:chgData name="Johnston, Kenyon" userId="01cc95cd-835c-4d2a-8dfa-771f8f954f06" providerId="ADAL" clId="{39F96CD5-F4E7-4E36-B721-D78A2A7B4973}" dt="2026-07-24T17:06:40.803" v="176" actId="1035"/>
          <ac:picMkLst>
            <pc:docMk/>
            <pc:sldMk cId="0" sldId="256"/>
            <ac:picMk id="6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4847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KENYON JOHNSTON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7863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LEADER  •  STREAMING TECHNOLOGY  •  BUILDER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A0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“Most Product Managers talk about products they’ve managed. I build products.”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21867"/>
            <a:ext cx="11274552" cy="0"/>
          </a:xfrm>
          <a:prstGeom prst="line">
            <a:avLst/>
          </a:prstGeom>
          <a:noFill/>
          <a:ln w="12700">
            <a:solidFill>
              <a:srgbClr val="223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8755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I'M DIFFERENT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1383"/>
            <a:ext cx="82296" cy="82296"/>
          </a:xfrm>
          <a:prstGeom prst="ellipse">
            <a:avLst/>
          </a:prstGeom>
          <a:solidFill>
            <a:srgbClr val="4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1807083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launched AirDate.TV — an AI-native TV discovery platform, solo, 0→1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378583"/>
            <a:ext cx="82296" cy="82296"/>
          </a:xfrm>
          <a:prstGeom prst="ellipse">
            <a:avLst/>
          </a:prstGeom>
          <a:solidFill>
            <a:srgbClr val="4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" y="2264283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enterprise streaming products at Warner Bros. Discovery (90M+ subscribers)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835783"/>
            <a:ext cx="82296" cy="82296"/>
          </a:xfrm>
          <a:prstGeom prst="ellipse">
            <a:avLst/>
          </a:prstGeom>
          <a:solidFill>
            <a:srgbClr val="4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" y="2721483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AI &amp; cloud platform modernization at Koch Industries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92983"/>
            <a:ext cx="82296" cy="82296"/>
          </a:xfrm>
          <a:prstGeom prst="ellipse">
            <a:avLst/>
          </a:prstGeom>
          <a:solidFill>
            <a:srgbClr val="4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3178683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M.S., Artificial Intelligence &amp; Machine Learning — Colorado State University Global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750183"/>
            <a:ext cx="82296" cy="82296"/>
          </a:xfrm>
          <a:prstGeom prst="ellipse">
            <a:avLst/>
          </a:prstGeom>
          <a:solidFill>
            <a:srgbClr val="4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" y="3635883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AWS Certified  •  Built on Bedrock, SageMaker, RAG, Agentic AI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406217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PORTFOLIO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30465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AirDate.TV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557535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TV Discovery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623060" y="431032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AI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910859" y="4554455"/>
            <a:ext cx="19618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Decision Intelligence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5175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HoopsIQ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54779" y="45639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Sports Forecasting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89320" y="1423035"/>
            <a:ext cx="5742432" cy="3310128"/>
          </a:xfrm>
          <a:prstGeom prst="roundRect">
            <a:avLst>
              <a:gd name="adj" fmla="val 2486"/>
            </a:avLst>
          </a:prstGeom>
          <a:solidFill>
            <a:srgbClr val="121D2C"/>
          </a:solidFill>
          <a:ln w="12700">
            <a:solidFill>
              <a:srgbClr val="22303F"/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53912" y="1541907"/>
            <a:ext cx="91440" cy="91440"/>
          </a:xfrm>
          <a:prstGeom prst="ellipse">
            <a:avLst/>
          </a:prstGeom>
          <a:solidFill>
            <a:srgbClr val="E456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55080" y="1541907"/>
            <a:ext cx="91440" cy="91440"/>
          </a:xfrm>
          <a:prstGeom prst="ellipse">
            <a:avLst/>
          </a:prstGeom>
          <a:solidFill>
            <a:srgbClr val="E9C3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56248" y="1541907"/>
            <a:ext cx="91440" cy="91440"/>
          </a:xfrm>
          <a:prstGeom prst="ellipse">
            <a:avLst/>
          </a:prstGeom>
          <a:solidFill>
            <a:srgbClr val="3FC6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0" descr="/mnt/user-data/uploads/airdate-hompage-above-fol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28791" y="1714881"/>
            <a:ext cx="5120259" cy="291693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989320" y="4844415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AIRDATE.TV — AI-POWERED TELEVISION INTELLIGENCE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07492" y="48820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BUILD  —  PRODUCT LIFECYCLE OWNED END-TO-END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5221224"/>
            <a:ext cx="2626614" cy="868680"/>
          </a:xfrm>
          <a:prstGeom prst="roundRect">
            <a:avLst>
              <a:gd name="adj" fmla="val 6316"/>
            </a:avLst>
          </a:prstGeom>
          <a:solidFill>
            <a:srgbClr val="121D2C"/>
          </a:solidFill>
          <a:ln w="12700">
            <a:solidFill>
              <a:srgbClr val="223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03504" y="5358384"/>
            <a:ext cx="329184" cy="329184"/>
          </a:xfrm>
          <a:prstGeom prst="ellipse">
            <a:avLst/>
          </a:prstGeom>
          <a:solidFill>
            <a:srgbClr val="4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03504" y="5358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005840" y="5349240"/>
            <a:ext cx="1968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03504" y="5724144"/>
            <a:ext cx="23522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strategy, roadmap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065526" y="5477256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339846" y="5221224"/>
            <a:ext cx="2626614" cy="868680"/>
          </a:xfrm>
          <a:prstGeom prst="roundRect">
            <a:avLst>
              <a:gd name="adj" fmla="val 6316"/>
            </a:avLst>
          </a:prstGeom>
          <a:solidFill>
            <a:srgbClr val="121D2C"/>
          </a:solidFill>
          <a:ln w="12700">
            <a:solidFill>
              <a:srgbClr val="223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3486150" y="5358384"/>
            <a:ext cx="329184" cy="329184"/>
          </a:xfrm>
          <a:prstGeom prst="ellipse">
            <a:avLst/>
          </a:prstGeom>
          <a:solidFill>
            <a:srgbClr val="4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3486150" y="5358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3888486" y="5349240"/>
            <a:ext cx="1968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AI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486150" y="5724144"/>
            <a:ext cx="23522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UX, AI search, architecture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948172" y="5477256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222492" y="5221224"/>
            <a:ext cx="2626614" cy="868680"/>
          </a:xfrm>
          <a:prstGeom prst="roundRect">
            <a:avLst>
              <a:gd name="adj" fmla="val 6316"/>
            </a:avLst>
          </a:prstGeom>
          <a:solidFill>
            <a:srgbClr val="121D2C"/>
          </a:solidFill>
          <a:ln w="12700">
            <a:solidFill>
              <a:srgbClr val="223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6368796" y="5358384"/>
            <a:ext cx="329184" cy="329184"/>
          </a:xfrm>
          <a:prstGeom prst="ellipse">
            <a:avLst/>
          </a:prstGeom>
          <a:solidFill>
            <a:srgbClr val="4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368796" y="5358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6771132" y="5349240"/>
            <a:ext cx="1968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SHIP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368796" y="5724144"/>
            <a:ext cx="23522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infra, launch, GTM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8830818" y="5477256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9105138" y="5221224"/>
            <a:ext cx="2626614" cy="868680"/>
          </a:xfrm>
          <a:prstGeom prst="roundRect">
            <a:avLst>
              <a:gd name="adj" fmla="val 6316"/>
            </a:avLst>
          </a:prstGeom>
          <a:solidFill>
            <a:srgbClr val="121D2C"/>
          </a:solidFill>
          <a:ln w="12700">
            <a:solidFill>
              <a:srgbClr val="223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9251442" y="5358384"/>
            <a:ext cx="329184" cy="329184"/>
          </a:xfrm>
          <a:prstGeom prst="ellipse">
            <a:avLst/>
          </a:prstGeom>
          <a:solidFill>
            <a:srgbClr val="4F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9251442" y="5358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9653778" y="5349240"/>
            <a:ext cx="1968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ITERATE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9251442" y="5724144"/>
            <a:ext cx="23522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growth, retention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57200" y="5773015"/>
            <a:ext cx="11274552" cy="0"/>
          </a:xfrm>
          <a:prstGeom prst="line">
            <a:avLst/>
          </a:prstGeom>
          <a:noFill/>
          <a:ln w="12700">
            <a:solidFill>
              <a:srgbClr val="223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457200" y="6349365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&amp; STACK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2331720" y="6404229"/>
            <a:ext cx="1655064" cy="347472"/>
          </a:xfrm>
          <a:prstGeom prst="roundRect">
            <a:avLst>
              <a:gd name="adj" fmla="val 50000"/>
            </a:avLst>
          </a:prstGeom>
          <a:solidFill>
            <a:srgbClr val="121D2C"/>
          </a:solidFill>
          <a:ln w="15875">
            <a:solidFill>
              <a:srgbClr val="6A2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2331720" y="6404229"/>
            <a:ext cx="1655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WARNER BROS. DISCOVERY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114800" y="6404229"/>
            <a:ext cx="1175004" cy="347472"/>
          </a:xfrm>
          <a:prstGeom prst="roundRect">
            <a:avLst>
              <a:gd name="adj" fmla="val 50000"/>
            </a:avLst>
          </a:prstGeom>
          <a:solidFill>
            <a:srgbClr val="121D2C"/>
          </a:solidFill>
          <a:ln w="15875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4114800" y="6404229"/>
            <a:ext cx="1175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 INDUSTRIES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5417820" y="6404229"/>
            <a:ext cx="352044" cy="347472"/>
          </a:xfrm>
          <a:prstGeom prst="roundRect">
            <a:avLst>
              <a:gd name="adj" fmla="val 50000"/>
            </a:avLst>
          </a:prstGeom>
          <a:solidFill>
            <a:srgbClr val="121D2C"/>
          </a:solidFill>
          <a:ln w="1587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5417820" y="6404229"/>
            <a:ext cx="352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5897880" y="6404229"/>
            <a:ext cx="1517904" cy="347472"/>
          </a:xfrm>
          <a:prstGeom prst="roundRect">
            <a:avLst>
              <a:gd name="adj" fmla="val 50000"/>
            </a:avLst>
          </a:prstGeom>
          <a:solidFill>
            <a:srgbClr val="121D2C"/>
          </a:solidFill>
          <a:ln w="15875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5897880" y="6404229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·  ANTHROPIC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7543800" y="6404229"/>
            <a:ext cx="1997964" cy="347472"/>
          </a:xfrm>
          <a:prstGeom prst="roundRect">
            <a:avLst>
              <a:gd name="adj" fmla="val 50000"/>
            </a:avLst>
          </a:prstGeom>
          <a:solidFill>
            <a:srgbClr val="121D2C"/>
          </a:solidFill>
          <a:ln w="15875">
            <a:solidFill>
              <a:srgbClr val="1E7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7543800" y="6404229"/>
            <a:ext cx="19979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COLORADO STATE UNIV. GLOBAL</a:t>
            </a:r>
            <a:endParaRPr lang="en-US" sz="850" dirty="0"/>
          </a:p>
        </p:txBody>
      </p:sp>
      <p:pic>
        <p:nvPicPr>
          <p:cNvPr id="66" name="Image 1" descr="qr_aird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6178677"/>
            <a:ext cx="566928" cy="566928"/>
          </a:xfrm>
          <a:prstGeom prst="rect">
            <a:avLst/>
          </a:prstGeom>
        </p:spPr>
      </p:pic>
      <p:sp>
        <p:nvSpPr>
          <p:cNvPr id="67" name="Text 63"/>
          <p:cNvSpPr/>
          <p:nvPr/>
        </p:nvSpPr>
        <p:spPr>
          <a:xfrm>
            <a:off x="10085832" y="6773037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SITE</a:t>
            </a:r>
            <a:endParaRPr lang="en-US" sz="750" dirty="0"/>
          </a:p>
        </p:txBody>
      </p:sp>
      <p:pic>
        <p:nvPicPr>
          <p:cNvPr id="68" name="Image 2" descr="qr_linked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6178677"/>
            <a:ext cx="566928" cy="566928"/>
          </a:xfrm>
          <a:prstGeom prst="rect">
            <a:avLst/>
          </a:prstGeom>
        </p:spPr>
      </p:pic>
      <p:sp>
        <p:nvSpPr>
          <p:cNvPr id="69" name="Text 64"/>
          <p:cNvSpPr/>
          <p:nvPr/>
        </p:nvSpPr>
        <p:spPr>
          <a:xfrm>
            <a:off x="10817352" y="6773037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50" dirty="0"/>
          </a:p>
        </p:txBody>
      </p:sp>
      <p:sp>
        <p:nvSpPr>
          <p:cNvPr id="70" name="Text 65"/>
          <p:cNvSpPr/>
          <p:nvPr/>
        </p:nvSpPr>
        <p:spPr>
          <a:xfrm>
            <a:off x="6262497" y="448846"/>
            <a:ext cx="5996178" cy="345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AirDate.TV   ·   kenyonjohnston.com   ·   linkedin.com/in/kenyonjohnston   ·   kenyonjohnston@gmail.com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01ce67d-13f2-447a-bb65-0989b89dfdb4}" enabled="0" method="" siteId="{101ce67d-13f2-447a-bb65-0989b89dfdb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211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Johnston, Kenyon</cp:lastModifiedBy>
  <cp:revision>1</cp:revision>
  <dcterms:created xsi:type="dcterms:W3CDTF">2026-07-24T13:31:24Z</dcterms:created>
  <dcterms:modified xsi:type="dcterms:W3CDTF">2026-07-24T17:07:42Z</dcterms:modified>
</cp:coreProperties>
</file>