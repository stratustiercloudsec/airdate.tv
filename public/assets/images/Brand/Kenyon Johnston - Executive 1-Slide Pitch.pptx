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4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31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7" y="1127254"/>
            <a:ext cx="11334750" cy="447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6210300"/>
            <a:ext cx="113347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762125"/>
            <a:ext cx="3924002" cy="4314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3127" y="1762125"/>
            <a:ext cx="3610123" cy="4314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600" y="1762006"/>
            <a:ext cx="3419475" cy="4314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238375"/>
            <a:ext cx="3562052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102" y="2819400"/>
            <a:ext cx="3248173" cy="6780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102" y="3573660"/>
            <a:ext cx="3248173" cy="6780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4726" y="3152775"/>
            <a:ext cx="3057525" cy="4857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4726" y="3752850"/>
            <a:ext cx="3057525" cy="7524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4102" y="2238375"/>
            <a:ext cx="769143" cy="4476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0396" y="2238375"/>
            <a:ext cx="769143" cy="4476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6689" y="2238375"/>
            <a:ext cx="769143" cy="4476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2983" y="2238375"/>
            <a:ext cx="769292" cy="4476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4726" y="2238375"/>
            <a:ext cx="968275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69201" y="2238375"/>
            <a:ext cx="968424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13826" y="2238375"/>
            <a:ext cx="96827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4726" y="2676525"/>
            <a:ext cx="968275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69201" y="2676525"/>
            <a:ext cx="968424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13826" y="2676525"/>
            <a:ext cx="968275" cy="3619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9501" y="3900487"/>
            <a:ext cx="457200" cy="457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05851" y="3900487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7225" y="1257300"/>
            <a:ext cx="557069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Space Grotesk SemiBold"/>
              </a:rPr>
              <a:t>"Most PMs talk about products they've managed. I build them."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" y="6353175"/>
            <a:ext cx="37338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Plus Jakarta Sans"/>
              </a:rPr>
              <a:t> Targeting Strategic AI Product Leadership at </a:t>
            </a:r>
            <a:r>
              <a:rPr sz="975" b="1" i="0" u="none">
                <a:solidFill>
                  <a:srgbClr val="38BDF8"/>
                </a:solidFill>
                <a:latin typeface="Plus Jakarta Sans"/>
              </a:rPr>
              <a:t>Apple</a:t>
            </a:r>
            <a:r>
              <a:rPr sz="975" b="0" i="0" u="none">
                <a:solidFill>
                  <a:srgbClr val="E2E8F0"/>
                </a:solidFill>
                <a:latin typeface="Plus Jakarta Sans"/>
              </a:rPr>
              <a:t> &amp; </a:t>
            </a:r>
            <a:r>
              <a:rPr sz="975" b="1" i="0" u="none">
                <a:solidFill>
                  <a:srgbClr val="38BDF8"/>
                </a:solidFill>
                <a:latin typeface="Plus Jakarta Sans"/>
              </a:rPr>
              <a:t>Anthropic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5149" y="6343650"/>
            <a:ext cx="38475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Plus Jakarta Sans"/>
              </a:rPr>
              <a:t> kenyonjohnston@gmail.com  </a:t>
            </a:r>
            <a:r>
              <a:rPr lang="en-US" sz="900" b="0" i="0" u="none" dirty="0">
                <a:solidFill>
                  <a:srgbClr val="94A3B8"/>
                </a:solidFill>
                <a:latin typeface="Plus Jakarta Sans"/>
              </a:rPr>
              <a:t>                    </a:t>
            </a:r>
            <a:r>
              <a:rPr sz="900" b="0" i="0" u="none" dirty="0">
                <a:solidFill>
                  <a:srgbClr val="94A3B8"/>
                </a:solidFill>
                <a:latin typeface="Plus Jakarta Sans"/>
              </a:rPr>
              <a:t>linkedin.com/in/</a:t>
            </a:r>
            <a:r>
              <a:rPr sz="900" b="0" i="0" u="none" dirty="0" err="1">
                <a:solidFill>
                  <a:srgbClr val="94A3B8"/>
                </a:solidFill>
                <a:latin typeface="Plus Jakarta Sans"/>
              </a:rPr>
              <a:t>kenyonjohnston</a:t>
            </a:r>
            <a:endParaRPr sz="90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8625" y="352425"/>
            <a:ext cx="334651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0" i="0" u="none">
                <a:solidFill>
                  <a:srgbClr val="F3F4F6"/>
                </a:solidFill>
                <a:latin typeface="Space Grotesk ExtraBold"/>
              </a:rPr>
              <a:t>KENYON JOHNSTON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625" y="771525"/>
            <a:ext cx="31871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AI Product Leader &amp; Technical Builder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091" y="352425"/>
            <a:ext cx="1202977" cy="2857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70368" y="352425"/>
            <a:ext cx="1193006" cy="2857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" y="5772150"/>
            <a:ext cx="3562052" cy="1238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38BDF8"/>
                </a:solidFill>
                <a:latin typeface="Plus Jakarta Sans SemiBold"/>
              </a:rPr>
              <a:t>Claude LLMs + AWS Microservices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4102" y="5648325"/>
            <a:ext cx="324817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1" u="none">
                <a:solidFill>
                  <a:srgbClr val="94A3B8"/>
                </a:solidFill>
                <a:latin typeface="Plus Jakarta Sans"/>
              </a:rPr>
              <a:t> Proven execution across high-throughput enterprise supply chains.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4726" y="5781675"/>
            <a:ext cx="30575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C084FC"/>
                </a:solidFill>
                <a:latin typeface="Plus Jakarta Sans"/>
              </a:rPr>
              <a:t>Scan to test live AI search &amp; portfolio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8625" y="6353175"/>
            <a:ext cx="1143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95966" y="438150"/>
            <a:ext cx="147488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243" y="438150"/>
            <a:ext cx="118913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86512" y="1304925"/>
            <a:ext cx="123825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43875" y="1304925"/>
            <a:ext cx="15240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81768" y="1304925"/>
            <a:ext cx="152400" cy="1238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534835" y="1943100"/>
            <a:ext cx="192375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3F4F6"/>
                </a:solidFill>
                <a:latin typeface="Plus Jakarta Sans"/>
              </a:rPr>
              <a:t> Flagship: AirDate.TV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85702" y="5791200"/>
            <a:ext cx="114300" cy="1047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8966" y="1950779"/>
            <a:ext cx="202879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3F4F6"/>
                </a:solidFill>
                <a:latin typeface="Plus Jakarta Sans"/>
              </a:rPr>
              <a:t> Product Lifecycle &amp; 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6751" y="1919287"/>
            <a:ext cx="14954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F3F4F6"/>
                </a:solidFill>
                <a:latin typeface="Plus Jakarta Sans"/>
              </a:rPr>
              <a:t> Trust &amp; Ecosystem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24800" y="6372225"/>
            <a:ext cx="114300" cy="1143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29800" y="6372225"/>
            <a:ext cx="104775" cy="114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06663" y="1943100"/>
            <a:ext cx="864989" cy="2000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125" y="2247900"/>
            <a:ext cx="3543002" cy="16954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90575" y="4067175"/>
            <a:ext cx="3381077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1" i="0" u="none">
                <a:solidFill>
                  <a:srgbClr val="CBD5E1"/>
                </a:solidFill>
                <a:latin typeface="Plus Jakarta Sans"/>
              </a:rPr>
              <a:t>Full Ownership: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Concept, UX, Vector Search &amp; AWS Infrastructure.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575" y="4458592"/>
            <a:ext cx="3381077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1" i="0" u="none">
                <a:solidFill>
                  <a:srgbClr val="CBD5E1"/>
                </a:solidFill>
                <a:latin typeface="Plus Jakarta Sans"/>
              </a:rPr>
              <a:t>Conversational Intent Engine: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Natural language TV search across global networks.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575" y="4850010"/>
            <a:ext cx="3381077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1" i="0" u="none">
                <a:solidFill>
                  <a:srgbClr val="CBD5E1"/>
                </a:solidFill>
                <a:latin typeface="Plus Jakarta Sans"/>
              </a:rPr>
              <a:t>GTM &amp; Acquisition: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Live production platform scaling user engagement.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5180" y="2906211"/>
            <a:ext cx="3019573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Technical </a:t>
            </a:r>
            <a:r>
              <a:rPr sz="1100" b="1" i="0" u="none" dirty="0">
                <a:solidFill>
                  <a:srgbClr val="FFFFFF"/>
                </a:solidFill>
                <a:latin typeface="Plus Jakarta Sans"/>
              </a:rPr>
              <a:t>Product</a:t>
            </a:r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 Manager</a:t>
            </a:r>
            <a:r>
              <a:rPr sz="1050" b="0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050" b="0" i="0" u="none" dirty="0">
                <a:solidFill>
                  <a:srgbClr val="38BDF8"/>
                </a:solidFill>
                <a:latin typeface="Plus Jakarta Sans SemiBold"/>
              </a:rPr>
              <a:t>Warner Bros. Discovery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38402" y="3105150"/>
            <a:ext cx="301957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Led streaming authentication, global user identity, entitlements &amp; media supply chain architecture.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38402" y="3668910"/>
            <a:ext cx="3019573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Product Owner - Cloud</a:t>
            </a:r>
            <a:r>
              <a:rPr sz="1200" b="0" i="0" u="none">
                <a:solidFill>
                  <a:srgbClr val="F3F4F6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Koch Industries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38402" y="3859410"/>
            <a:ext cx="301957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Managed AWS/Azure cloud platform modernization, API gateways, and enterprise platform governance.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29501" y="3257550"/>
            <a:ext cx="2847975" cy="1524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Plus Jakarta Sans"/>
              </a:rPr>
              <a:t>M.S. Artificial Intelligence &amp; 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29501" y="3409950"/>
            <a:ext cx="28479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084FC"/>
                </a:solidFill>
                <a:latin typeface="Plus Jakarta Sans SemiBold"/>
              </a:rPr>
              <a:t>Colorado State University Global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9600" y="1966912"/>
            <a:ext cx="133350" cy="1524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724102" y="1966912"/>
            <a:ext cx="171450" cy="1524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790777" y="2324100"/>
            <a:ext cx="635793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8BDF8"/>
                </a:solidFill>
                <a:latin typeface="Space Grotesk ExtraBold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90777" y="2476500"/>
            <a:ext cx="635793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8FAFC"/>
                </a:solidFill>
                <a:latin typeface="Plus Jakarta Sans"/>
              </a:rPr>
              <a:t>Vision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17071" y="2324100"/>
            <a:ext cx="635793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8BDF8"/>
                </a:solidFill>
                <a:latin typeface="Space Grotesk ExtraBold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17071" y="2476500"/>
            <a:ext cx="635793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8FAFC"/>
                </a:solidFill>
                <a:latin typeface="Plus Jakarta Sans"/>
              </a:rPr>
              <a:t>AI Spec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3364" y="2324100"/>
            <a:ext cx="635793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8BDF8"/>
                </a:solidFill>
                <a:latin typeface="Space Grotesk ExtraBold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3364" y="2476500"/>
            <a:ext cx="635793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8FAFC"/>
                </a:solidFill>
                <a:latin typeface="Plus Jakarta Sans"/>
              </a:rPr>
              <a:t>Build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9658" y="2324100"/>
            <a:ext cx="63594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8BDF8"/>
                </a:solidFill>
                <a:latin typeface="Space Grotesk ExtraBold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658" y="2476500"/>
            <a:ext cx="63594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8FAFC"/>
                </a:solidFill>
                <a:latin typeface="Plus Jakarta Sans"/>
              </a:rPr>
              <a:t>Scale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24726" y="1966912"/>
            <a:ext cx="152400" cy="1524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794700" y="2305050"/>
            <a:ext cx="428327" cy="228451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39039" y="2305050"/>
            <a:ext cx="228600" cy="2286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983664" y="2305050"/>
            <a:ext cx="228600" cy="2286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837562" y="2743200"/>
            <a:ext cx="342602" cy="228451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26351" y="2765375"/>
            <a:ext cx="854124" cy="18424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845551" y="2790825"/>
            <a:ext cx="5048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 ExtraBold"/>
              </a:rPr>
              <a:t>AirDate.TV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629501" y="3276600"/>
            <a:ext cx="152400" cy="1238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181951" y="3857625"/>
            <a:ext cx="609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FFFFFF"/>
                </a:solidFill>
                <a:latin typeface="Plus Jakarta Sans"/>
              </a:rPr>
              <a:t>AirDate.TV</a:t>
            </a:r>
            <a:r>
              <a:rPr sz="1000" b="0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000" b="0" i="0" u="none" dirty="0">
                <a:solidFill>
                  <a:srgbClr val="94A3B8"/>
                </a:solidFill>
                <a:latin typeface="Plus Jakarta Sans"/>
              </a:rPr>
              <a:t>Try Live Platform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58301" y="3848580"/>
            <a:ext cx="112395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FFFFFF"/>
                </a:solidFill>
                <a:latin typeface="Plus Jakarta Sans"/>
              </a:rPr>
              <a:t>Portfolio</a:t>
            </a:r>
            <a:r>
              <a:rPr sz="1200" b="0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000" b="0" i="0" u="none" dirty="0">
                <a:solidFill>
                  <a:srgbClr val="94A3B8"/>
                </a:solidFill>
                <a:latin typeface="Plus Jakarta Sans"/>
              </a:rPr>
              <a:t>KenyonJohnston.com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9600" y="4081462"/>
            <a:ext cx="104775" cy="123825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9600" y="4472880"/>
            <a:ext cx="104775" cy="123825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9600" y="4864298"/>
            <a:ext cx="104775" cy="123825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667601" y="3938587"/>
            <a:ext cx="381000" cy="3810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943951" y="3938587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625" y="352425"/>
            <a:ext cx="11763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3F4F6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8625" y="2657475"/>
            <a:ext cx="113347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8625" y="3429000"/>
            <a:ext cx="113347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8625" y="4200525"/>
            <a:ext cx="113347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8625" y="4972050"/>
            <a:ext cx="113347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8625" y="3419475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625" y="3419475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8625" y="4191000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8625" y="4191000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8625" y="4962525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625" y="4962525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625" y="5734050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625" y="5734050"/>
            <a:ext cx="11334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800350"/>
            <a:ext cx="857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24000" y="2838450"/>
            <a:ext cx="10239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Plus Jakarta Sans"/>
              </a:rPr>
              <a:t>https://upload.wikimedia.org/wikipedia/commons/3/34/Warner_Bros._Discovery_logo.png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038475"/>
            <a:ext cx="10239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fr.wikipedia.org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571875"/>
            <a:ext cx="857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24000" y="3609975"/>
            <a:ext cx="10239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Plus Jakarta Sans"/>
              </a:rPr>
              <a:t>https://images.seeklogo.com/logo-png/45/1/koch-industries-logo-png_seeklogo-457152.png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" y="3810000"/>
            <a:ext cx="10239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seeklogo.com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34340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24000" y="4381500"/>
            <a:ext cx="10239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Plus Jakarta Sans"/>
              </a:rPr>
              <a:t>https://denverscholarship.org/wp-content/uploads/CSU-Global-Logo-1.png.webp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4581525"/>
            <a:ext cx="10239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denverscholarship.org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5114925"/>
            <a:ext cx="857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24000" y="5153025"/>
            <a:ext cx="10239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Plus Jakarta Sans"/>
              </a:rPr>
              <a:t>https://upload.wikimedia.org/wikipedia/commons/f/fc/Amazon_Web_Services_2025.svg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" y="5353050"/>
            <a:ext cx="10239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en.wikipedia.org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5886450"/>
            <a:ext cx="857250" cy="476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24000" y="5924550"/>
            <a:ext cx="10239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Plus Jakarta Sans"/>
              </a:rPr>
              <a:t>https://upload.wikimedia.org/wikipedia/commons/0/06/Claude_AI_logo.png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" y="6124575"/>
            <a:ext cx="10239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fr.wikipedia.org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329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Plus Jakarta Sans</vt:lpstr>
      <vt:lpstr>Plus Jakarta Sans SemiBold</vt:lpstr>
      <vt:lpstr>Space Grotesk ExtraBold</vt:lpstr>
      <vt:lpstr>Space Grotesk SemiBold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Johnston, Kenyon</cp:lastModifiedBy>
  <cp:revision>2</cp:revision>
  <dcterms:created xsi:type="dcterms:W3CDTF">2013-01-27T09:14:16Z</dcterms:created>
  <dcterms:modified xsi:type="dcterms:W3CDTF">2026-07-24T17:27:18Z</dcterms:modified>
  <cp:category/>
</cp:coreProperties>
</file>